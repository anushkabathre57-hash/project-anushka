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73152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A537"/>
                </a:solidFill>
                <a:latin typeface="Aptos"/>
              </a:rPr>
              <a:t>A STUDENT-FIRST GLOBAL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17320"/>
            <a:ext cx="7772400" cy="1371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8F7F3"/>
                </a:solidFill>
                <a:latin typeface="Aptos"/>
              </a:rPr>
              <a:t>PROJECT</a:t>
            </a:r>
          </a:p>
          <a:p>
            <a:pPr>
              <a:spcAft>
                <a:spcPts val="600"/>
              </a:spcAft>
            </a:pPr>
            <a:r>
              <a:rPr sz="3800" b="1">
                <a:solidFill>
                  <a:srgbClr val="F8F7F3"/>
                </a:solidFill>
                <a:latin typeface="Aptos"/>
              </a:rPr>
              <a:t>ANUSHKA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33756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657600"/>
            <a:ext cx="77724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2500" b="1">
                <a:solidFill>
                  <a:srgbClr val="F5DA9B"/>
                </a:solidFill>
                <a:latin typeface="Aptos"/>
              </a:rPr>
              <a:t>Learn. Discover. Grow.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389120"/>
            <a:ext cx="7772400" cy="7315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8F7F3"/>
                </a:solidFill>
                <a:latin typeface="Aptos"/>
              </a:rPr>
              <a:t>One place for learning, opportunities, and career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806440"/>
            <a:ext cx="731520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B9B9B9"/>
                </a:solidFill>
                <a:latin typeface="Aptos"/>
              </a:rPr>
              <a:t>Investor &amp; Partner Concept Presentation</a:t>
            </a:r>
          </a:p>
        </p:txBody>
      </p:sp>
      <p:sp>
        <p:nvSpPr>
          <p:cNvPr id="8" name="Oval 7"/>
          <p:cNvSpPr/>
          <p:nvPr/>
        </p:nvSpPr>
        <p:spPr>
          <a:xfrm>
            <a:off x="9601200" y="822960"/>
            <a:ext cx="1325880" cy="1325880"/>
          </a:xfrm>
          <a:prstGeom prst="ellipse">
            <a:avLst/>
          </a:prstGeom>
          <a:noFill/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20" y="1828800"/>
            <a:ext cx="731520" cy="731520"/>
          </a:xfrm>
          <a:prstGeom prst="ellipse">
            <a:avLst/>
          </a:prstGeom>
          <a:noFill/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2240280"/>
            <a:ext cx="457200" cy="457200"/>
          </a:xfrm>
          <a:prstGeom prst="ellipse">
            <a:avLst/>
          </a:prstGeom>
          <a:noFill/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8F7F3"/>
                </a:solidFill>
                <a:latin typeface="Aptos"/>
              </a:rPr>
              <a:t>Our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5DA9B"/>
                </a:solidFill>
                <a:latin typeface="Aptos"/>
              </a:rPr>
              <a:t>Help students everywhere take their next step with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Find courses and build useful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Explore jobs, scholarships, and internships.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Grow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Plan careers and prepare for opportunities.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537"/>
                </a:solidFill>
                <a:latin typeface="Aptos"/>
              </a:rPr>
              <a:t>Project Anushka aims to bring useful student resources together in one simple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8F7F3"/>
                </a:solidFill>
                <a:latin typeface="Apto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5DA9B"/>
                </a:solidFill>
                <a:latin typeface="Aptos"/>
              </a:rPr>
              <a:t>Students often need to search across many websites.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Too many places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Jobs, courses, scholarships, and advice are spread across different 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Hard to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Students may not know where to start or what fits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Missed chances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Important dates and opportunities can be easy to miss.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537"/>
                </a:solidFill>
                <a:latin typeface="Aptos"/>
              </a:rPr>
              <a:t>Opportunity: make the first step simpler and clearer.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8F7F3"/>
                </a:solidFill>
                <a:latin typeface="Aptos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5DA9B"/>
                </a:solidFill>
                <a:latin typeface="Aptos"/>
              </a:rPr>
              <a:t>A single starting point for student life and career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Education &amp; 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Online learning resources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Coding and digital skills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Language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Jobs &amp;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Government and private jobs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Scholarships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Internships and official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Student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Resume guidance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Study planning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Career 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537"/>
                </a:solidFill>
                <a:latin typeface="Aptos"/>
              </a:rPr>
              <a:t>Long-term goal: a trusted student super-platform.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8F7F3"/>
                </a:solidFill>
                <a:latin typeface="Aptos"/>
              </a:rPr>
              <a:t>What We Have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5DA9B"/>
                </a:solidFill>
                <a:latin typeface="Aptos"/>
              </a:rPr>
              <a:t>A simple website prototype to demonstrate the concept.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342900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Current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306324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Home page and mission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Government Jobs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Scholarships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Education &amp; Learning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Career Guidance and Student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42900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25856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What it 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70632"/>
            <a:ext cx="306324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The idea can be explained clearly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Resources can be grouped together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The concept can be tested with early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57400"/>
            <a:ext cx="342900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25856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Important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70632"/>
            <a:ext cx="3063240" cy="1737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This is an early demo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It is not yet a full search engine or dynamic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537"/>
                </a:solidFill>
                <a:latin typeface="Aptos"/>
              </a:rPr>
              <a:t>Next: test the idea with students and improve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8F7F3"/>
                </a:solidFill>
                <a:latin typeface="Aptos"/>
              </a:rPr>
              <a:t>Who We Want to Help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5DA9B"/>
                </a:solidFill>
                <a:latin typeface="Aptos"/>
              </a:rPr>
              <a:t>Designed for students worldwide, with local resources where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School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Explore learning paths and future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College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Find courses, scholarships, internships, and jobs.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Early-career learners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Build skills and prepare for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537"/>
                </a:solidFill>
                <a:latin typeface="Aptos"/>
              </a:rPr>
              <a:t>Start small, learn from users, and expand country by country.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8F7F3"/>
                </a:solidFill>
                <a:latin typeface="Aptos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5DA9B"/>
                </a:solidFill>
                <a:latin typeface="Aptos"/>
              </a:rPr>
              <a:t>A practical path from demo to useful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074920" cy="141732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58568"/>
            <a:ext cx="4709159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01. Improve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0632"/>
            <a:ext cx="4709159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Check links, clarity, mobile layout, and accessibility.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057400"/>
            <a:ext cx="5074920" cy="141732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58568"/>
            <a:ext cx="4709159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02. Talk to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70632"/>
            <a:ext cx="4709159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Collect feedback on what they need most.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5074920" cy="141732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95928"/>
            <a:ext cx="4709159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03. Build an 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07992"/>
            <a:ext cx="4709159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Create searchable listings and simple filters.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537"/>
                </a:solidFill>
                <a:latin typeface="Aptos"/>
              </a:rPr>
              <a:t>Later: verify trusted sources, explore partnerships, and expand carefully.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972800" cy="5486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8F7F3"/>
                </a:solidFill>
                <a:latin typeface="Aptos"/>
              </a:rPr>
              <a:t>What We Need From a Partner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5DA9B"/>
                </a:solidFill>
                <a:latin typeface="Aptos"/>
              </a:rPr>
              <a:t>Looking for guidance and collaboration to build the next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Technical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Help plan and build a secure, scalable product.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Student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Help us learn from users and improve the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48840"/>
            <a:ext cx="342900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D4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350008"/>
            <a:ext cx="306324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5DA9B"/>
                </a:solidFill>
                <a:latin typeface="Aptos"/>
              </a:rPr>
              <a:t>Mentorship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62072"/>
            <a:ext cx="3063240" cy="1417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F8F7F3"/>
                </a:solidFill>
                <a:latin typeface="Aptos"/>
              </a:rPr>
              <a:t>Advice on product, partnerships, and responsible growth.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10698480" cy="594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D4A537"/>
                </a:solidFill>
                <a:latin typeface="Aptos"/>
              </a:rPr>
              <a:t>We are open to discussing the right collaboration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69848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D4A537"/>
                </a:solidFill>
                <a:latin typeface="Aptos"/>
              </a:rPr>
              <a:t>PROJECT ANUSHKA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45920"/>
            <a:ext cx="10607040" cy="1143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8F7F3"/>
                </a:solidFill>
                <a:latin typeface="Aptos"/>
              </a:rPr>
              <a:t>Every student deserves</a:t>
            </a:r>
          </a:p>
          <a:p>
            <a:pPr>
              <a:spcAft>
                <a:spcPts val="600"/>
              </a:spcAft>
            </a:pPr>
            <a:r>
              <a:rPr sz="3200" b="1">
                <a:solidFill>
                  <a:srgbClr val="F8F7F3"/>
                </a:solidFill>
                <a:latin typeface="Aptos"/>
              </a:rPr>
              <a:t>a clearer path forward.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429000"/>
            <a:ext cx="914400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96012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2500" b="1">
                <a:solidFill>
                  <a:srgbClr val="F5DA9B"/>
                </a:solidFill>
                <a:latin typeface="Aptos"/>
              </a:rPr>
              <a:t>Learn. Discover. Grow.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960120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F8F7F3"/>
                </a:solidFill>
                <a:latin typeface="Aptos"/>
              </a:rPr>
              <a:t>Let’s build a more connected future for students worldwide.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05840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B9B9B9"/>
                </a:solidFill>
                <a:latin typeface="Aptos"/>
              </a:rPr>
              <a:t>Website demo: https://sites.google.com/view/projectanushka/home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B9B9B9"/>
                </a:solidFill>
                <a:latin typeface="Aptos"/>
              </a:rPr>
              <a:t>PROJECT ANUSHKA  |  CONCEPT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457200" cy="182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D4A53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